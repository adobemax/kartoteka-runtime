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Spike fixture 1.4.0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MARKITDOWN_SPIKE_140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